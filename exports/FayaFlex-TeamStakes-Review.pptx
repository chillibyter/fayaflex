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FAYAFLEX  ·  CONCEPT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>
                <a:solidFill>
                  <a:srgbClr val="FAFAFA"/>
                </a:solidFill>
                <a:latin typeface="Calibri"/>
              </a:rPr>
              <a:t>Team 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A1A1AA"/>
                </a:solidFill>
                <a:latin typeface="Calibri"/>
              </a:rPr>
              <a:t>A safe, social alternative to peer-to-peer fitness betting.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71717A"/>
                </a:solidFill>
                <a:latin typeface="Calibri"/>
              </a:rPr>
              <a:t>Concept design · v0.1 ·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Calibri"/>
              </a:rPr>
              <a:t>FayaFlex  ·  Team 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9090B"/>
                </a:solidFill>
                <a:latin typeface="Calibri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  <a:latin typeface="Calibri"/>
              </a:rPr>
              <a:t>Peer-to-peer fitness betting is going viral — but the apps doing it have a real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9090B"/>
                </a:solidFill>
                <a:latin typeface="Calibri"/>
              </a:rPr>
              <a:t>•  Friend-group accountability is the strongest behavior driver in fitness — stronger than streaks, badges, or coaching.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9090B"/>
                </a:solidFill>
                <a:latin typeface="Calibri"/>
              </a:rPr>
              <a:t>•  Apps like StepBet, DietBet, and HealthyWage have validated demand: people will put money on themselves to follow through.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9090B"/>
                </a:solidFill>
                <a:latin typeface="Calibri"/>
              </a:rPr>
              <a:t>•  But money-based bets carry real risk: state gambling laws, App Store policy 5.3, custody of funds, refund disputes, adverse selection (lazy people lose to disciplined people).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9090B"/>
                </a:solidFill>
                <a:latin typeface="Calibri"/>
              </a:rPr>
              <a:t>•  FayaFlex already has the team primitive, the activity ledger, and the social feed. We can capture the psychology without taking on the legal and ethical baggage.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Concept review ·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Calibri"/>
              </a:rPr>
              <a:t>FayaFlex  ·  Team 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9090B"/>
                </a:solidFill>
                <a:latin typeface="Calibri"/>
              </a:rPr>
              <a:t>The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  <a:latin typeface="Calibri"/>
              </a:rPr>
              <a:t>Money is not what makes betting work. Social pressure 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ECFDF5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09090B"/>
                </a:solidFill>
                <a:latin typeface="Calibri"/>
              </a:rPr>
              <a:t>If a team can lose its streak, lose its multiplier, lose face on the feed, and one</a:t>
            </a:r>
          </a:p>
          <a:p>
            <a:pPr algn="l"/>
            <a:r>
              <a:rPr sz="1600" b="0">
                <a:solidFill>
                  <a:srgbClr val="09090B"/>
                </a:solidFill>
                <a:latin typeface="Calibri"/>
              </a:rPr>
              <a:t>member has to actually post a goofy 30-second workout video to the whole team —</a:t>
            </a:r>
          </a:p>
          <a:p>
            <a:pPr algn="l"/>
            <a:r>
              <a:rPr sz="1600" b="0">
                <a:solidFill>
                  <a:srgbClr val="09090B"/>
                </a:solidFill>
                <a:latin typeface="Calibri"/>
              </a:rPr>
              <a:t>you get ~80% of the motivation of a money bet, with 0% of the legal exposure.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9090B"/>
                </a:solidFill>
                <a:latin typeface="Calibri"/>
              </a:rPr>
              <a:t>Three stake types — pick what fits the team: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709160"/>
            <a:ext cx="3657600" cy="169164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709160"/>
            <a:ext cx="73152" cy="1691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8737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9090B"/>
                </a:solidFill>
                <a:latin typeface="Calibri"/>
              </a:rPr>
              <a:t>Charity pool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303520"/>
            <a:ext cx="32918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$50 unlocked for the cause your</a:t>
            </a:r>
          </a:p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team picks. Sponsor-funded — no</a:t>
            </a:r>
          </a:p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member money ever changes hands.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4709160"/>
            <a:ext cx="3657600" cy="169164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4709160"/>
            <a:ext cx="73152" cy="1691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48737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9090B"/>
                </a:solidFill>
                <a:latin typeface="Calibri"/>
              </a:rPr>
              <a:t>Loser pays for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5303520"/>
            <a:ext cx="32918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Anyone who falls short does the</a:t>
            </a:r>
          </a:p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forfeit. Default: post a 30-second</a:t>
            </a:r>
          </a:p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workout video to the team feed.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4709160"/>
            <a:ext cx="3657600" cy="169164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4709160"/>
            <a:ext cx="73152" cy="16916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8737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9090B"/>
                </a:solidFill>
                <a:latin typeface="Calibri"/>
              </a:rPr>
              <a:t>Bragging rights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5303520"/>
            <a:ext cx="32918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No charity, no forfeit. Just the</a:t>
            </a:r>
          </a:p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team streak and the multiplier</a:t>
            </a:r>
          </a:p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rolling forward week over week.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Concept review · May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Calibri"/>
              </a:rPr>
              <a:t>FayaFlex  ·  Team 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9090B"/>
                </a:solidFill>
                <a:latin typeface="Calibri"/>
              </a:rPr>
              <a:t>Captain starts a stake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  <a:latin typeface="Calibri"/>
              </a:rPr>
              <a:t>Three taps from team page to running stake. Charity is the default.</a:t>
            </a:r>
          </a:p>
        </p:txBody>
      </p:sp>
      <p:pic>
        <p:nvPicPr>
          <p:cNvPr id="6" name="Picture 5" descr="98486641-5e4c-4068-bb02-76442c3051c6-00-1mexn797h6ztd_worf_replit_dev_3001_mockup_preview_team-stakes_CreateSt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796544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210312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9090B"/>
                </a:solidFill>
                <a:latin typeface="Calibri"/>
              </a:rPr>
              <a:t>•  Pick goal type: steps, workouts, or calories.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9090B"/>
                </a:solidFill>
                <a:latin typeface="Calibri"/>
              </a:rPr>
              <a:t>•  Slide a target per person and pick a duration.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9090B"/>
                </a:solidFill>
                <a:latin typeface="Calibri"/>
              </a:rPr>
              <a:t>•  Choose what's at stake — charity is recommended and on by default.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9090B"/>
                </a:solidFill>
                <a:latin typeface="Calibri"/>
              </a:rPr>
              <a:t>•  Inline note: 'FayaFlex never collects or holds member money.'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9090B"/>
                </a:solidFill>
                <a:latin typeface="Calibri"/>
              </a:rPr>
              <a:t>•  Tap the bottom button — every member gets a confirm notification.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Concept review ·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Calibri"/>
              </a:rPr>
              <a:t>FayaFlex  ·  Team 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9090B"/>
                </a:solidFill>
                <a:latin typeface="Calibri"/>
              </a:rPr>
              <a:t>Stake in flight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  <a:latin typeface="Calibri"/>
              </a:rPr>
              <a:t>Live progress, both outcomes visible, personal nudge if you're behind.</a:t>
            </a:r>
          </a:p>
        </p:txBody>
      </p:sp>
      <p:pic>
        <p:nvPicPr>
          <p:cNvPr id="6" name="Picture 5" descr="98486641-5e4c-4068-bb02-76442c3051c6-00-1mexn797h6ztd_worf_replit_dev_3001_mockup_preview_team-stakes_ActiveSt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796544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210312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9090B"/>
                </a:solidFill>
                <a:latin typeface="Calibri"/>
              </a:rPr>
              <a:t>•  Hero countdown reinforces urgency.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9090B"/>
                </a:solidFill>
                <a:latin typeface="Calibri"/>
              </a:rPr>
              <a:t>•  Both outcomes shown side by side: charity unlock vs. forfeit.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9090B"/>
                </a:solidFill>
                <a:latin typeface="Calibri"/>
              </a:rPr>
              <a:t>•  Per-member status dots — cleared / on pace / behind — at a glance.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9090B"/>
                </a:solidFill>
                <a:latin typeface="Calibri"/>
              </a:rPr>
              <a:t>•  Personal coaching: 'A 35-min walk tonight gets you back on track.'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9090B"/>
                </a:solidFill>
                <a:latin typeface="Calibri"/>
              </a:rPr>
              <a:t>•  Streak counter at the bottom — breaking it resets the multiplier.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Concept review ·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Calibri"/>
              </a:rPr>
              <a:t>FayaFlex  ·  Team 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9090B"/>
                </a:solidFill>
                <a:latin typeface="Calibri"/>
              </a:rPr>
              <a:t>Stake settles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  <a:latin typeface="Calibri"/>
              </a:rPr>
              <a:t>Win or lose, the team walks away with momentum and a story.</a:t>
            </a:r>
          </a:p>
        </p:txBody>
      </p:sp>
      <p:pic>
        <p:nvPicPr>
          <p:cNvPr id="6" name="Picture 5" descr="98486641-5e4c-4068-bb02-76442c3051c6-00-1mexn797h6ztd_worf_replit_dev_3001_mockup_preview_team-stakes_Stake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796544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210312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9090B"/>
                </a:solidFill>
                <a:latin typeface="Calibri"/>
              </a:rPr>
              <a:t>•  Hero proof: 'FlameSquad got it done. 4 of 5 hit goal.'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9090B"/>
                </a:solidFill>
                <a:latin typeface="Calibri"/>
              </a:rPr>
              <a:t>•  Charity receipt with sponsor credit — auto-posted to team chat.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9090B"/>
                </a:solidFill>
                <a:latin typeface="Calibri"/>
              </a:rPr>
              <a:t>•  Per-member outcomes — Marcus has a Forfeit badge attached.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9090B"/>
                </a:solidFill>
                <a:latin typeface="Calibri"/>
              </a:rPr>
              <a:t>•  Public callout: 'Marcus owes the team one 30-second video.'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9090B"/>
                </a:solidFill>
                <a:latin typeface="Calibri"/>
              </a:rPr>
              <a:t>•  Streak grew to 7, multiplier now 3× — straight into the next stake.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Concept review ·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Calibri"/>
              </a:rPr>
              <a:t>FayaFlex  ·  Team 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9090B"/>
                </a:solidFill>
                <a:latin typeface="Calibri"/>
              </a:rPr>
              <a:t>Why this is safe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  <a:latin typeface="Calibri"/>
              </a:rPr>
              <a:t>Every legal/ethical risk of peer-to-peer betting — neutralized by design.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5577840" cy="132588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677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9090B"/>
                </a:solidFill>
                <a:latin typeface="Calibri"/>
              </a:rPr>
              <a:t>State gambling laws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5212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No prize-of-value funded by member money. Charity pool is sponsor-funded; forfeit is non-monetary.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2103120"/>
            <a:ext cx="5577840" cy="132588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210312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677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9090B"/>
                </a:solidFill>
                <a:latin typeface="Calibri"/>
              </a:rPr>
              <a:t>App Store policy 5.3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97480"/>
            <a:ext cx="5212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No real-money wagering. Stays inside the standard fitness/social-feature category.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5577840" cy="132588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3075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9090B"/>
                </a:solidFill>
                <a:latin typeface="Calibri"/>
              </a:rPr>
              <a:t>Custody of funds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60520"/>
            <a:ext cx="5212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FayaFlex never holds member money. Sponsor donates directly to the registered charity.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566160"/>
            <a:ext cx="5577840" cy="132588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56616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73075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9090B"/>
                </a:solidFill>
                <a:latin typeface="Calibri"/>
              </a:rPr>
              <a:t>Adverse selection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160520"/>
            <a:ext cx="5212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Whole team wins or carries the laggard — disciplined members can't profit off lazy ones.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29200"/>
            <a:ext cx="5577840" cy="132588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02920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19379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9090B"/>
                </a:solidFill>
                <a:latin typeface="Calibri"/>
              </a:rPr>
              <a:t>Refund / dispute 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623560"/>
            <a:ext cx="5212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No money in, no money out. Sick days end with a streak reset, not a chargeback.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5029200"/>
            <a:ext cx="5577840" cy="132588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502920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519379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9090B"/>
                </a:solidFill>
                <a:latin typeface="Calibri"/>
              </a:rPr>
              <a:t>Sponsor brand safety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623560"/>
            <a:ext cx="5212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Charity unlock is the on-brand outcome. Sponsor logo appears next to a real donation.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Concept review · May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Calibri"/>
              </a:rPr>
              <a:t>FayaFlex  ·  Team 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9090B"/>
                </a:solidFill>
                <a:latin typeface="Calibri"/>
              </a:rPr>
              <a:t>What it unlocks for FayaFlex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  <a:latin typeface="Calibri"/>
              </a:rPr>
              <a:t>Charity-stake sponsorships open a B2B revenue line on top of the consumer 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657600" cy="201168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73152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677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9090B"/>
                </a:solidFill>
                <a:latin typeface="Calibri"/>
              </a:rPr>
              <a:t>Brand sponsors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Fitness apparel, supplements, and</a:t>
            </a:r>
          </a:p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wellness brands fund stake pools to</a:t>
            </a:r>
          </a:p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be associated with team challenges.</a:t>
            </a:r>
          </a:p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CPM-style or per-stake pricing.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103120"/>
            <a:ext cx="3657600" cy="201168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103120"/>
            <a:ext cx="73152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2677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9090B"/>
                </a:solidFill>
                <a:latin typeface="Calibri"/>
              </a:rPr>
              <a:t>Corporate wellness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9748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HR teams sponsor stakes for</a:t>
            </a:r>
          </a:p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employee teams. Built-in proof of</a:t>
            </a:r>
          </a:p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activity, charity receipt as ESG</a:t>
            </a:r>
          </a:p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documentation. SaaS pricing per seat.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103120"/>
            <a:ext cx="3657600" cy="201168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103120"/>
            <a:ext cx="73152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2677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9090B"/>
                </a:solidFill>
                <a:latin typeface="Calibri"/>
              </a:rPr>
              <a:t>Cause partnerships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69748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Charities co-promote: 'Move with</a:t>
            </a:r>
          </a:p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St. Jude this month.' Drives our</a:t>
            </a:r>
          </a:p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user acquisition + their fundraising.</a:t>
            </a:r>
          </a:p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Revenue-share or flat partnership.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9090B"/>
                </a:solidFill>
                <a:latin typeface="Calibri"/>
              </a:rPr>
              <a:t>Why these conversations get easier than for a betting app: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9090B"/>
                </a:solidFill>
                <a:latin typeface="Calibri"/>
              </a:rPr>
              <a:t>•  No 'gambling-adjacent' label — sponsors can co-market this in any channel.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9090B"/>
                </a:solidFill>
                <a:latin typeface="Calibri"/>
              </a:rPr>
              <a:t>•  Charity outcome gives sponsors a clean PR story; the forfeit is the entertainment angle.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9090B"/>
                </a:solidFill>
                <a:latin typeface="Calibri"/>
              </a:rPr>
              <a:t>•  Same plumbing serves consumers, brands, and HR teams — no separate product line to build.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Concept review · May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Calibri"/>
              </a:rPr>
              <a:t>FayaFlex  ·  Team 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9090B"/>
                </a:solidFill>
                <a:latin typeface="Calibri"/>
              </a:rPr>
              <a:t>What could still go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  <a:latin typeface="Calibri"/>
              </a:rPr>
              <a:t>Honest risks worth flagging before we build.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91440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6771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9090B"/>
                </a:solidFill>
                <a:latin typeface="Calibri"/>
              </a:rPr>
              <a:t>Forfeit content moderation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Public workout videos = user-generated content. Need report/remove flow + team-only visibility option.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11247120" cy="91440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10896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7355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9090B"/>
                </a:solidFill>
                <a:latin typeface="Calibri"/>
              </a:rPr>
              <a:t>Pressure on injured / sick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03320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Add a 'pause' option per member with team approval. Streak protection on first-time use.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11247120" cy="91440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27939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9090B"/>
                </a:solidFill>
                <a:latin typeface="Calibri"/>
              </a:rPr>
              <a:t>Sponsor pipeline takes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09160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Ship Bragging-rights and Forfeit modes first; Charity mode can soft-launch with one anchor sponsor.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20640"/>
            <a:ext cx="11247120" cy="91440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12064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2852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9090B"/>
                </a:solidFill>
                <a:latin typeface="Calibri"/>
              </a:rPr>
              <a:t>Notification fatigue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715000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Stake updates piggyback on existing daily reminder schedule. Cap at 1 nudge per stake per day.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Concept review · May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Calibri"/>
              </a:rPr>
              <a:t>FayaFlex  ·  Team 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09090B"/>
                </a:solidFill>
                <a:latin typeface="Calibri"/>
              </a:rPr>
              <a:t>Proposed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71717A"/>
                </a:solidFill>
                <a:latin typeface="Calibri"/>
              </a:rPr>
              <a:t>Three stages, each independently shippable.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749039" cy="274320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3749039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7627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Calibri"/>
              </a:rPr>
              <a:t>Phase 1 · Bragging rights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34747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9090B"/>
                </a:solidFill>
                <a:latin typeface="Calibri"/>
              </a:rPr>
              <a:t>Streaks + multiplier on top of existing team challenges.</a:t>
            </a:r>
          </a:p>
          <a:p>
            <a:pPr algn="l"/>
            <a:r>
              <a:rPr sz="1200" b="0">
                <a:solidFill>
                  <a:srgbClr val="09090B"/>
                </a:solidFill>
                <a:latin typeface="Calibri"/>
              </a:rPr>
              <a:t>No new external dependencies. ~1 sprint.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7" y="2103120"/>
            <a:ext cx="3749039" cy="274320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7" y="2103120"/>
            <a:ext cx="3749039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7" y="217627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Calibri"/>
              </a:rPr>
              <a:t>Phase 2 · Forfeit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7" y="2743200"/>
            <a:ext cx="34747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9090B"/>
                </a:solidFill>
                <a:latin typeface="Calibri"/>
              </a:rPr>
              <a:t>Add forfeit selection, video forfeit posting flow,</a:t>
            </a:r>
          </a:p>
          <a:p>
            <a:pPr algn="l"/>
            <a:r>
              <a:rPr sz="1200" b="0">
                <a:solidFill>
                  <a:srgbClr val="09090B"/>
                </a:solidFill>
                <a:latin typeface="Calibri"/>
              </a:rPr>
              <a:t>team-feed forfeit card. ~2 sprints + moderation tooling.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6174" y="2103120"/>
            <a:ext cx="3749039" cy="274320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6174" y="2103120"/>
            <a:ext cx="3749039" cy="4572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94774" y="217627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Calibri"/>
              </a:rPr>
              <a:t>Phase 3 · Charity stakes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4774" y="2743200"/>
            <a:ext cx="34747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9090B"/>
                </a:solidFill>
                <a:latin typeface="Calibri"/>
              </a:rPr>
              <a:t>Sponsor onboarding portal, charity directory, donation</a:t>
            </a:r>
          </a:p>
          <a:p>
            <a:pPr algn="l"/>
            <a:r>
              <a:rPr sz="1200" b="0">
                <a:solidFill>
                  <a:srgbClr val="09090B"/>
                </a:solidFill>
                <a:latin typeface="Calibri"/>
              </a:rPr>
              <a:t>receipt pipeline. ~1 quarter + first sponsor signed.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12080"/>
            <a:ext cx="11247120" cy="1005840"/>
          </a:xfrm>
          <a:prstGeom prst="rect">
            <a:avLst/>
          </a:prstGeom>
          <a:solidFill>
            <a:srgbClr val="ECFDF5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3492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Calibri"/>
              </a:rPr>
              <a:t>Recommendation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09090B"/>
                </a:solidFill>
                <a:latin typeface="Calibri"/>
              </a:rPr>
              <a:t>Ship Phase 1 in the next release as a no-risk test of the streak/multiplier mechanic, then commit to Phase 2 once we see retention lift.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Concept review · May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