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11B1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53712"/>
            <a:ext cx="12191695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Together.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Together.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four-week, R10 000 team stake for Train Station Gym members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the FayaFlex fitness platform.</a:t>
            </a:r>
            <a:endParaRPr lang="en-US" sz="2000" dirty="0"/>
          </a:p>
        </p:txBody>
      </p:sp>
      <p:pic>
        <p:nvPicPr>
          <p:cNvPr id="8" name="Image 0" descr="/home/runner/workspace/exports/proposals/trainstati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0"/>
            <a:ext cx="1463040" cy="1463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Station Gym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  ·  Pretoria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92640" y="5029200"/>
            <a:ext cx="201168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92640" y="5532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fitness, gamified.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mid-year drop-off — and how to flip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New-Year sign-ups stop attending by May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June–July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coldest stretch of the SA gym calendar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240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2104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attendance lift from social-accountability challenges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1726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4-week team-based active-calorie stake on FayaFlex, prize-pooled at R10 000.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form teams inside Train Station, train together, post workouts together, and compete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cash + bragging rights. The gym becomes the home base — not the thing they skip.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IS FAYAFLEX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team-first fitness platform — not another solo tracker.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577840" cy="1874520"/>
          </a:xfrm>
          <a:prstGeom prst="roundRect">
            <a:avLst>
              <a:gd name="adj" fmla="val 4878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09728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67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Apple Health, Health Connect, Garmin, Huawei. Every workout is logged the moment it ends — no manual entry.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577840" cy="1874520"/>
          </a:xfrm>
          <a:prstGeom prst="roundRect">
            <a:avLst>
              <a:gd name="adj" fmla="val 4878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03120"/>
            <a:ext cx="109728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67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form or join a Train Station team. The team is the unit of competition, not the individual — so the slow days get carried by the strong days.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577840" cy="1874520"/>
          </a:xfrm>
          <a:prstGeom prst="roundRect">
            <a:avLst>
              <a:gd name="adj" fmla="val 4878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206240"/>
            <a:ext cx="109728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708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leaderboards on active calories. Reactions, comments, and Top Burner badges on every posted workout.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5577840" cy="1874520"/>
          </a:xfrm>
          <a:prstGeom prst="roundRect">
            <a:avLst>
              <a:gd name="adj" fmla="val 4878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206240"/>
            <a:ext cx="109728" cy="1874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3708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48920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pay out cash to the winning team. Victory Wall immortalises monthly champions on the gym's branded feed.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STAKE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R10 000  ·  4 weeks  ·  Active calories.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754880" cy="3931920"/>
          </a:xfrm>
          <a:prstGeom prst="roundRect">
            <a:avLst>
              <a:gd name="adj" fmla="val 3488"/>
            </a:avLst>
          </a:prstGeom>
          <a:solidFill>
            <a:srgbClr val="1726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R10 000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Train Station Gym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split with FayaFlex — see slide 7)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team   R6 000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        R2 500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solo burner  R1 500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2103120"/>
            <a:ext cx="6217920" cy="3931920"/>
          </a:xfrm>
          <a:prstGeom prst="roundRect">
            <a:avLst>
              <a:gd name="adj" fmla="val 3488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286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SCORING 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697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calories — every gym session, run, ride or swim counts.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335584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335584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members each. Members self-form inside the Train Station team.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401421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4014216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 = sum of every member's active calories over 28 days.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46725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4672584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 must come from a connected device (Apple Health / Garmin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Connect / Huawei). Manual entries flagged automatically.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5330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5330952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updates in real time. Daily Top Burner badge keeps stragglers in.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TWO WAYS TO PLAY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race each other — or challenge the next gym over.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577840" cy="4023360"/>
          </a:xfrm>
          <a:prstGeom prst="roundRect">
            <a:avLst>
              <a:gd name="adj" fmla="val 3409"/>
            </a:avLst>
          </a:prstGeom>
          <a:solidFill>
            <a:srgbClr val="111B16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INTRA-TEAM  ·  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Station vs Train Station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split into 4–6 mini-squads inside the Train Station team.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squad chases the same prize pool. Builds rivalry without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needing another venue to opt 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Launching fast — can go live week 1 of June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Retaining your existing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complexity, single venue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5577840" cy="4023360"/>
          </a:xfrm>
          <a:prstGeom prst="roundRect">
            <a:avLst>
              <a:gd name="adj" fmla="val 3409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INTER-TEAM  ·  OPTIONAL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Station vs another gym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32461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 rival Midstream / Centurion gym to stake an equal pool.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R20k prize. Winner-takes-most, with a runner-up split.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PR moment — both gyms market it to their audience.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49377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Acquisition + brand reach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Month-two follow-up after the intra-team round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Social-media content gold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MEMBER EXPERIENCE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taps to join. Zero friction to compete.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94560" cy="374904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514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542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QR code at reception. Account live in under 60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2286000"/>
            <a:ext cx="2194560" cy="374904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514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542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718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37947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Apple Health, Garmin, Health Connect or Huawei in one tap.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286000"/>
            <a:ext cx="2194560" cy="374904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514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542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squad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37947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or be assigned a 5–10 person Train Station squad.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2286000"/>
            <a:ext cx="2194560" cy="374904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514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542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352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35240" y="37947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 auto-post to the team feed. React, comment, encourage.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2286000"/>
            <a:ext cx="2194560" cy="3749040"/>
          </a:xfrm>
          <a:prstGeom prst="roundRect">
            <a:avLst>
              <a:gd name="adj" fmla="val 5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1320" y="2514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1320" y="25420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96696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66960" y="37947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leaderboard. Daily Top Burner. Monthly cash payout.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INVESTMENT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fund the R10 000 pool.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111B16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Gym-funded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contribution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contribution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5029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Station puts up the full pool. FayaFlex covers platform, onboarding and admin. Simplest path — maximum brand credit to the gym.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10312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111B1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contribution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R6 000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628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contribution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R4 000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26280" y="5029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60 / 40. Both logos on every prize moment, both lists grow from joint marketing. Recommended for the first round.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10312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111B1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Member-funded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667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contribution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R2 000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6676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contribution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4343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66760" y="5029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pay a R200 buy-in (50 entrants = R10k pool). Train Station throws in R2k as the headline 'Top Burner' bonus. Lowest gym cash exposure, but slower sign-up.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handshake to payout in 8 weeks.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9728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3493008"/>
            <a:ext cx="329184" cy="32918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accepted. Funding option locked.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3493008"/>
            <a:ext cx="329184" cy="32918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4023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Station team created on FayaFlex. Posters, QR codes, social assets delivered.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47488" y="3493008"/>
            <a:ext cx="329184" cy="32918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4023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sign-ups. Squad draft. Soft-launch announcement.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76288" y="3493008"/>
            <a:ext cx="329184" cy="32918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live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4023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competition. Weekly leaderboard posts on IG / FB.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05088" y="3493008"/>
            <a:ext cx="329184" cy="32918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0" y="4023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announced. Cash transferred. Champions on Victory Wall.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33888" y="3493008"/>
            <a:ext cx="329184" cy="32918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4023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+ activity report. Decide on inter-gym Round 2.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WHAT WE NEED FROM TRAIN STATION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lift from your side — most of the work is ours.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R10 000 cash (or per chosen funding option on slide 7).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031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push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briefed to sign new arrivals up at check-in for 14 days.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presence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poster at entrance + 1 standee near the squat rack. We supply printable artwork.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4747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611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amplification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IG / FB posts and 5 stories over the 4-week stake. We supply all creative.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8463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83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blast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394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broadcast to your member list at launch + one mid-stake reminder.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846320"/>
            <a:ext cx="73152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moment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5394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in-gym prize handover for the social/press story.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EXPECTED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 Station walks away with.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726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+20–35%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June/July attendance vs prior 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726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40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competitors signed up to FayaFlex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726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40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organic IG / FB content (workouts, leaderboards, winner)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7262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240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81160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— FayaFlex covers tech + admin in Round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NUMBERS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reactivated WhatsApp / IG audience — members talking about the gym every day for a month.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First-mover positioning in Midstream as the gym that runs cash-prize community challenges.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reusable playbook: Round 2 can be inter-gym, themed (strength-only, cardio-only), or seasonal.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dates. We do the rest.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500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window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331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 weeks of June  ·  or  ·  First 4 weeks of July.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1868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funding option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3200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Gym-funded  ·  Co-funded  ·  Member-funded (slide 7).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873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one-page MoU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40690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send it within 24 hours of verbal go-ahead.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111B16"/>
          </a:solidFill>
          <a:ln w="12700">
            <a:solidFill>
              <a:srgbClr val="1726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5604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call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49377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to align on dates, branding, and the launch announcement.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76072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7790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burn the winter slump.   hello@fayaflex.com   ·   fayaflex.com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FayaFlex × Train Station Gym  ·  June / July 2026 Proposal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FayaFlex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FayaFlex × Train Station Gym — June/July Stake Proposal</dc:title>
  <dc:subject>PptxGenJS Presentation</dc:subject>
  <dc:creator>FayaFlex</dc:creator>
  <cp:lastModifiedBy>FayaFlex</cp:lastModifiedBy>
  <cp:revision>1</cp:revision>
  <dcterms:created xsi:type="dcterms:W3CDTF">2026-05-19T10:44:39Z</dcterms:created>
  <dcterms:modified xsi:type="dcterms:W3CDTF">2026-05-19T10:44:39Z</dcterms:modified>
</cp:coreProperties>
</file>