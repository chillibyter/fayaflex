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DAU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03-24</c:v>
                  </c:pt>
                  <c:pt idx="1">
                    <c:v>03-25</c:v>
                  </c:pt>
                  <c:pt idx="2">
                    <c:v>03-26</c:v>
                  </c:pt>
                  <c:pt idx="3">
                    <c:v>03-27</c:v>
                  </c:pt>
                  <c:pt idx="4">
                    <c:v>03-28</c:v>
                  </c:pt>
                  <c:pt idx="5">
                    <c:v>03-29</c:v>
                  </c:pt>
                  <c:pt idx="6">
                    <c:v>03-30</c:v>
                  </c:pt>
                  <c:pt idx="7">
                    <c:v>03-31</c:v>
                  </c:pt>
                  <c:pt idx="8">
                    <c:v>04-01</c:v>
                  </c:pt>
                  <c:pt idx="9">
                    <c:v>04-02</c:v>
                  </c:pt>
                  <c:pt idx="10">
                    <c:v>04-03</c:v>
                  </c:pt>
                  <c:pt idx="11">
                    <c:v>04-04</c:v>
                  </c:pt>
                  <c:pt idx="12">
                    <c:v>04-05</c:v>
                  </c:pt>
                  <c:pt idx="13">
                    <c:v>04-06</c:v>
                  </c:pt>
                  <c:pt idx="14">
                    <c:v>04-07</c:v>
                  </c:pt>
                  <c:pt idx="15">
                    <c:v>04-08</c:v>
                  </c:pt>
                  <c:pt idx="16">
                    <c:v>04-09</c:v>
                  </c:pt>
                  <c:pt idx="17">
                    <c:v>04-10</c:v>
                  </c:pt>
                  <c:pt idx="18">
                    <c:v>04-11</c:v>
                  </c:pt>
                  <c:pt idx="19">
                    <c:v>04-12</c:v>
                  </c:pt>
                  <c:pt idx="20">
                    <c:v>04-13</c:v>
                  </c:pt>
                  <c:pt idx="21">
                    <c:v>04-14</c:v>
                  </c:pt>
                  <c:pt idx="22">
                    <c:v>04-15</c:v>
                  </c:pt>
                  <c:pt idx="23">
                    <c:v>04-16</c:v>
                  </c:pt>
                  <c:pt idx="24">
                    <c:v>04-17</c:v>
                  </c:pt>
                  <c:pt idx="25">
                    <c:v>04-18</c:v>
                  </c:pt>
                  <c:pt idx="26">
                    <c:v>04-19</c:v>
                  </c:pt>
                  <c:pt idx="27">
                    <c:v>04-20</c:v>
                  </c:pt>
                  <c:pt idx="28">
                    <c:v>04-21</c:v>
                  </c:pt>
                  <c:pt idx="29">
                    <c:v>04-22</c:v>
                  </c:pt>
                  <c:pt idx="30">
                    <c:v>04-23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13</c:v>
                </c:pt>
                <c:pt idx="7">
                  <c:v>12</c:v>
                </c:pt>
                <c:pt idx="8">
                  <c:v>13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9</c:v>
                </c:pt>
                <c:pt idx="25">
                  <c:v>7</c:v>
                </c:pt>
                <c:pt idx="26">
                  <c:v>7</c:v>
                </c:pt>
                <c:pt idx="27">
                  <c:v>6</c:v>
                </c:pt>
                <c:pt idx="28">
                  <c:v>4</c:v>
                </c:pt>
                <c:pt idx="29">
                  <c:v>3</c:v>
                </c:pt>
                <c:pt idx="30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Activities (30d)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Apple Health</c:v>
                  </c:pt>
                  <c:pt idx="1">
                    <c:v>Android Health</c:v>
                  </c:pt>
                  <c:pt idx="2">
                    <c:v>Manual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224</c:v>
                </c:pt>
                <c:pt idx="1">
                  <c:v>68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Workout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 type (steps+cal)</c:v>
                </c:pt>
                <c:pt idx="1">
                  <c:v>Health Sync rollups</c:v>
                </c:pt>
                <c:pt idx="2">
                  <c:v>Other typed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195</c:v>
                </c:pt>
                <c:pt idx="1">
                  <c:v>97</c:v>
                </c:pt>
                <c:pt idx="2">
                  <c:v>6</c:v>
                </c:pt>
              </c:numCache>
            </c:numRef>
          </c:val>
        </c:ser>
        <c:firstSliceAng val="0"/>
        <c:holeSize val="50"/>
      </c:doughnutChart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Signed up</c:v>
                  </c:pt>
                  <c:pt idx="1">
                    <c:v>Logged any activity</c:v>
                  </c:pt>
                  <c:pt idx="2">
                    <c:v>Joined a team</c:v>
                  </c:pt>
                  <c:pt idx="3">
                    <c:v>Connected a device</c:v>
                  </c:pt>
                  <c:pt idx="4">
                    <c:v>Set first name</c:v>
                  </c:pt>
                  <c:pt idx="5">
                    <c:v>Set location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Connections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Apple Health</c:v>
                  </c:pt>
                  <c:pt idx="1">
                    <c:v>Android Health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last 7d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Apple Health</c:v>
                  </c:pt>
                  <c:pt idx="1">
                    <c:v>Android Health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Usage Report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Most-used journeys &amp; friction points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Period: 24 Mar – 23 Apr 2026  •  Production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app stands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4020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0020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54020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in last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54020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in last 7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4630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60020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254020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in last 24 hours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" y="473476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 logged (30d)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79476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29000" y="473476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created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9476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09360" y="473476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active days / user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3657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794760"/>
            <a:ext cx="246888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189720" y="4734763"/>
            <a:ext cx="2468880" cy="555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users ever logged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the people who actually start logging, engagement is sticky (median 25 of 31 days). Conversion from sign-up into that group is the gap.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active users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30 days — gentle decline visible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11247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peak of 13 DAU on Apr 1 to 3 DAU by Apr 23 — a clear weakening trend that warrants attention.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Most-used user journeys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people actually do in the 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Health-sync → Dashboard — the dominant flow. 98% of activities arrive via auto-sync (Apple Health 224, Android Health 68, manual only 6).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chat — strongest peer signal. 19 messages from 7 users across 4 active team chats in 30 days.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posting — light authoring (18 posts, 5 authors) but healthy reading: 24 likes (~1.3 per post), 3 comments.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→ dashboard → leaderboards (calories / steps / workouts / teams) — every session loads this hub.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core of 10 power users carries the app — each logged on 25–31 of the last 31 days.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activities come from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dominates, manual logging is rare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0" y="192024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reliability = product reliability.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Health Connect is under-syncing relative to iOS (more on next slide).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logging is essentially unused — UI for it is low priority vs. fixing sync.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Workout types are mostly missing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 of activities arrive without a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9436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0" y="19202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Auto-posted workout cards in the feed are sparse and look generic.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Personal-bests can't be computed without a typed workout.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3D workout icons (sneaker, bicycle, boxing, dumbbell) rarely have anything to attach 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read activityType from HealthKit / Health Connect and persist it on every sync.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 #1 — Post-signup drop-off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14 new users in the last 30 days…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7772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tells us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0" y="192024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50% log any activity.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completion is being skipped en masse — 25 of all 30 users still have an incomplete profile.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promise (location-based leaderboards, team competition) isn't being fulfilled.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 #2 — Weak week-1 retention &amp; oversized teams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retention (active in last 7 days)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4630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Sign-up week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last 7d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Retention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 20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 13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 06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 30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teams: huge member counts, tiny activity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Members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30d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active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Ultimate fitness championship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 soft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Hirox Joburg 2026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 Timer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Jenni Case gets fit!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2.3%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10 teams have had zero chat messages in 30 days. Mega-teams make leaderboards feel hopeless to new joiners.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 #3 — Sync, notifications, social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smaller leaks worth fixing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vs Android sync health (active in 7d / connections)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&amp; social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17373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tokens: 2 iOS, 0 Android — fan-out can't reach most users yet.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App-notifications sent in 30d: 1 daily reminder, 0 read.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Activity-level reactions: 0. Activity-level comments: 0. Direct messages: 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has the only working social loop today (24 likes, 3 comments).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Consequence: the engagement triggers built into the system have no fuel — there's nothing to notify users about yet.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seen: 403s when users tap a non-member team's chat / leaderboard — list should hide or pre-check membership.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 by expected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Fix post-sign-up funnel — make profile completion (name + town) blocking, suggest a starter team during onboarding.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Investigate Android Health Connect sync reliability — connections work but data flow is ~3× weaker than iOS.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Auto-detect workout type during sync (HealthKit / Health Connect both expose activityType) so typed-workout features light up.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Cap or split mega-teams — 400-member teams with 4 active people make the leaderboard meaningless.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Surface team chat more aggressively — strongest social signal you have; consider a chat tab or a badge on the Teams icon.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 Hide non-member teams from any list where tapping them yields 403, or route to the join flow instead.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 Drive push-token registration on Android (the iOS provisioning fix just landed; replicate on Android).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— 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PostgreSQL (Neon) — read-only queries against users, activities, teams, team_members, team_messages, messages, feed_posts, feed_post_likes, feed_post_comments, activity_reactions, activity_comments, app_notifications, push_tokens, device_connections, passkeys, password_reset_tokens.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Period: last 30 days (24 Mar – 23 Apr 2026), all timestamps UTC.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 logs — used qualitatively to confirm session shape (login → dashboard → leaderboards → AI coach → feed) and to identify 403s on team detail endpoints.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Limitations: deployment log retention is short (&lt;2 hours visible), so per-page navigation funnel is inferred from API call patterns rather than a full event log. Adding a lightweight client analytics event stream would make the next report richer.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FayaFlex • Apr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FayaFlex — 30-Day Usage Report</dc:title>
  <dc:subject>PptxGenJS Presentation</dc:subject>
  <dc:creator>FayaFlex</dc:creator>
  <cp:lastModifiedBy>FayaFlex</cp:lastModifiedBy>
  <cp:revision>1</cp:revision>
  <dcterms:created xsi:type="dcterms:W3CDTF">2026-04-23T07:39:12Z</dcterms:created>
  <dcterms:modified xsi:type="dcterms:W3CDTF">2026-04-23T07:39:12Z</dcterms:modified>
</cp:coreProperties>
</file>